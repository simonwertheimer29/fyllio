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82296" cy="4114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MENSUAL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PRESUPUESTOS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3154680"/>
            <a:ext cx="21945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3375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· Red Clinicas 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663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presupuestos · Generado con IA · Confidencial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en números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114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3832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ACEPTADOS (47%)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636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€38.500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3550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 ACEPTADO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2354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93268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ACTIVO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La clínica cerró marzo con 47 presupuestos y una tasa de conversión del 47%, superando la media anual de 39%.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3749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Dra. García lidera el equipo con 61% de cierre, 14pp por encima de la media. Su protocolo debería documentarse y compartirse.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457200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El precio sigue siendo la principal barrera (50% de las pérdidas). Activar la presentación de financiación proactiva en consulta antes del presupuesto podría reducir este motivo en 3-5 puntos.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— últimos 12 meses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86968"/>
            <a:ext cx="11247120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50792"/>
          <a:ext cx="11247120" cy="192024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Mes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Ofrecidos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Aceptados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Tasa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Oct 2025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Nov 2025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Dic 2025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39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46%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Ene 2026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Feb 2026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44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48%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Mar 2026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la red de clínicas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566928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6A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60120"/>
            <a:ext cx="91440" cy="22860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698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 Norte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00600" y="103327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presupuestos  ·  10 aceptados  ·  €15.200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3611880"/>
            <a:ext cx="566928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3611880"/>
            <a:ext cx="91440" cy="2286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216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 Sur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0600" y="368503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800600" y="4251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presupuestos  ·  7 aceptados  ·  €11.800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960120"/>
            <a:ext cx="566928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960120"/>
            <a:ext cx="91440" cy="2286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10698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 Centro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89920" y="103327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0789920" y="1600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3796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presupuestos  ·  5 aceptados  ·  €11.500</a:t>
            </a:r>
            <a:endParaRPr lang="en-US" sz="13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5577840"/>
            <a:ext cx="115214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 pierden los presupuestos?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86968"/>
            <a:ext cx="621792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097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— Precio elevado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858000" y="1554480"/>
            <a:ext cx="493776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95160" y="1627632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Ofrecer financiación proactiva en consulta.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0" y="2743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 — Sin urgencia percibida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200400"/>
            <a:ext cx="493776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95160" y="3273552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 consecuencias de no tratar.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0" y="43891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 — Fue a otra clínica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858000" y="4846320"/>
            <a:ext cx="493776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4919472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Reforzar argumentario de diferenciación.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del equipo médico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86968"/>
            <a:ext cx="1143000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4023360"/>
            <a:ext cx="11430000" cy="68580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41148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Dra. García (61%) — 14pp por encima de la media (47%). Documentar su protocolo.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846320"/>
          <a:ext cx="114300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Doctor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Acept.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Tasa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Estado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Dra. García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61%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Referencia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Dr. Martínez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43%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Atención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Dra. López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33%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Atención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Dr. Sánchez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33%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Atención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vienen los pacientes?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8696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 LEADS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61872"/>
            <a:ext cx="557784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63640" y="914400"/>
            <a:ext cx="0" cy="502920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0" y="88696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DE TONOS — MOTOR IA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92240" y="1298448"/>
            <a:ext cx="5394960" cy="1234440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29400" y="13898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Empático + urgencia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241280" y="134416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6629400" y="198424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mensajes · 47 aceptados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92240" y="2715768"/>
            <a:ext cx="5394960" cy="1234440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29400" y="280720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Informativo directo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241280" y="276148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629400" y="34015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mensajes · 31 aceptados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92240" y="4133088"/>
            <a:ext cx="5394960" cy="12344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29400" y="422452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Financiación destacada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241280" y="417880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6629400" y="481888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mensajes · 22 aceptados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5623560"/>
            <a:ext cx="539496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próximos 3 meses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 en la media rolling de los últimos 3 meses · Estimación orientativa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3703320" cy="4160520"/>
          </a:xfrm>
          <a:prstGeom prst="rect">
            <a:avLst/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630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96596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€15.683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15468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confianza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657600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€12.250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280160"/>
            <a:ext cx="3703320" cy="4160520"/>
          </a:xfrm>
          <a:prstGeom prst="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4630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196596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€13.940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480560" y="315468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confianza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3657600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6 meses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0" y="1280160"/>
            <a:ext cx="3703320" cy="4160520"/>
          </a:xfrm>
          <a:prstGeom prst="rect">
            <a:avLst/>
          </a:prstGeom>
          <a:solidFill>
            <a:srgbClr val="F9FAFB"/>
          </a:solidFill>
          <a:ln w="19050">
            <a:solidFill>
              <a:srgbClr val="9CA3A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630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2026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66760" y="196596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€12.198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412480" y="315468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confianza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2480" y="3657600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a 3 meses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La confianza decrece con la distancia temporal.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acción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691640" y="9144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1691640" y="914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783080"/>
            <a:ext cx="374904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6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965960"/>
            <a:ext cx="342900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Implementar protocolo de presentación de financiación en todas las consultas antes del fin de mes.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0" y="9144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0" y="914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74904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6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1965960"/>
            <a:ext cx="342900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Documentar y replicar el proceso de Dra. García en el resto del equipo.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46920" y="9144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9646920" y="914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275320" y="1783080"/>
            <a:ext cx="374904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6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9912" y="1965960"/>
            <a:ext cx="342900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Lanzar campaña de referidos para pacientes activos con tratamiento completado.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70248" y="2743200"/>
            <a:ext cx="36576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246120"/>
            <a:ext cx="103601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Clinicas Demo · Marzo 2026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generado con Fyllio CRM · Confidencial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Marzo 2026 — Red Clinicas Demo</dc:title>
  <dc:subject>PptxGenJS Presentation</dc:subject>
  <dc:creator>Fyllio CRM</dc:creator>
  <cp:lastModifiedBy>Fyllio CRM</cp:lastModifiedBy>
  <cp:revision>1</cp:revision>
  <dcterms:created xsi:type="dcterms:W3CDTF">2026-04-02T22:47:15Z</dcterms:created>
  <dcterms:modified xsi:type="dcterms:W3CDTF">2026-04-02T22:47:15Z</dcterms:modified>
</cp:coreProperties>
</file>