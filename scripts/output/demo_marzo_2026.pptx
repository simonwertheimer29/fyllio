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82296" cy="4114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MENSUAL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PRESUPUESTOS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21945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337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 · Red Clinicas Demo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presupuestos · Generado con IA · Confidencial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 en números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06040" cy="17373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21031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606040" cy="17373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0972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83280" y="21031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ACEPTADOS (47%)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63640" y="960120"/>
            <a:ext cx="2606040" cy="17373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0972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€38.500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55080" y="21031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 ACEPTADO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235440" y="960120"/>
            <a:ext cx="2606040" cy="17373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0972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326880" y="21031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ACTIVO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La clínica cerró marzo con 47 presupuestos y una tasa de conversión del 47%, superando la media anual de 39%.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749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Dra. García lidera el equipo con 61% de cierre, 14pp por encima de la media. Su protocolo debería documentarse y compartirse.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57200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El precio sigue siendo la principal barrera (50% de las pérdidas). Activar la presentación de financiación proactiva en consulta antes del presupuesto podría reducir este motivo en 3-5 puntos.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— últimos 12 meses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86968"/>
            <a:ext cx="11247120" cy="301752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50792"/>
          <a:ext cx="11247120" cy="192024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Mes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Ofrecidos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Aceptados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Tasa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Oct 2025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Nov 2025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Dic 2025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Ene 2026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Feb 2026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Mar 2026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la red de clínicas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669280" cy="2286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2286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698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Norte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00600" y="103327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800600" y="1600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presupuestos  ·  10 aceptados  ·  €15.200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611880"/>
            <a:ext cx="5669280" cy="2286000"/>
          </a:xfrm>
          <a:prstGeom prst="rect">
            <a:avLst/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3611880"/>
            <a:ext cx="91440" cy="228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216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Sur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36850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00600" y="4251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presupuestos  ·  7 aceptados  ·  €11.800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960120"/>
            <a:ext cx="5669280" cy="2286000"/>
          </a:xfrm>
          <a:prstGeom prst="rect">
            <a:avLst/>
          </a:prstGeom>
          <a:solidFill>
            <a:srgbClr val="FFFFFF"/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960120"/>
            <a:ext cx="91440" cy="2286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0698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Centro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89920" y="103327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0789920" y="1600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presupuestos  ·  5 aceptados  ·  €11.500</a:t>
            </a:r>
            <a:endParaRPr lang="en-US" sz="13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577840"/>
            <a:ext cx="115214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pierden los presupuestos?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86968"/>
            <a:ext cx="62179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0" y="1097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— Precio elevado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58000" y="1554480"/>
            <a:ext cx="493776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95160" y="162763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Ofrecer financiación proactiva en consulta.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0" y="2743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— Sin urgencia percibida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0" y="3200400"/>
            <a:ext cx="493776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95160" y="327355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consecuencias de no tratar.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0" y="43891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— Fue a otra clínica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858000" y="4846320"/>
            <a:ext cx="493776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95160" y="491947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Reforzar argumentario de diferenciación.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del equipo médico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86968"/>
            <a:ext cx="1143000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023360"/>
            <a:ext cx="11430000" cy="6858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1148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Dra. García (61%) — 14pp por encima de la media (47%). Documentar su protocolo.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846320"/>
          <a:ext cx="1143000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Doctor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Acept.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Tasa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Estado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Dra. García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61%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Referencia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Dr. Martínez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43%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Atención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Dra. López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33%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Atención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Dr. Sánchez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33%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Atención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dónde vienen los pacientes?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869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DE LEADS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61872"/>
            <a:ext cx="557784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914400"/>
            <a:ext cx="0" cy="50292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8869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DE TONOS — MOTOR IA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92240" y="1298448"/>
            <a:ext cx="5394960" cy="12344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13898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Empático + urgencia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241280" y="134416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6629400" y="19842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mensajes · 47 aceptados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92240" y="2715768"/>
            <a:ext cx="5394960" cy="1234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29400" y="28072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Informativo directo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241280" y="276148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629400" y="34015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mensajes · 31 aceptados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92240" y="4133088"/>
            <a:ext cx="5394960" cy="1234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42245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Financiación destacada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241280" y="417880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6629400" y="48188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mensajes · 22 aceptados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623560"/>
            <a:ext cx="539496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próximos 3 meses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la media rolling de los últimos 3 meses · Estimación orientativa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703320" cy="416052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€15.683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 Alta confianza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€12.250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703320" cy="416052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4630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196596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€13.940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480560" y="31546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●●○ Media confianza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36576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6 meses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280160"/>
            <a:ext cx="3703320" cy="41605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630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196596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€12.198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412480" y="31546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●○○ Baja confianza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36576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a 3 meses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La confianza decrece con la distancia temporal.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91640" y="91440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691640" y="914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374904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6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965960"/>
            <a:ext cx="34290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Implementar protocolo de presentación de financiación en todas las consultas antes del fin de mes.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91440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914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74904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6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965960"/>
            <a:ext cx="34290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Documentar y replicar el proceso de Dra. García en el resto del equipo.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46920" y="91440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9646920" y="914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75320" y="1783080"/>
            <a:ext cx="374904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1965960"/>
            <a:ext cx="34290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Lanzar campaña de referidos para pacientes activos con tratamiento completado.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70248" y="2743200"/>
            <a:ext cx="36576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3601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Clinicas Demo · Marzo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generado con Fyllio CRM · Confidencial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Marzo 2026 — Red Clinicas Demo</dc:title>
  <dc:subject>PptxGenJS Presentation</dc:subject>
  <dc:creator>Fyllio CRM</dc:creator>
  <cp:lastModifiedBy>Fyllio CRM</cp:lastModifiedBy>
  <cp:revision>1</cp:revision>
  <dcterms:created xsi:type="dcterms:W3CDTF">2026-04-02T21:15:50Z</dcterms:created>
  <dcterms:modified xsi:type="dcterms:W3CDTF">2026-04-02T21:15:50Z</dcterms:modified>
</cp:coreProperties>
</file>